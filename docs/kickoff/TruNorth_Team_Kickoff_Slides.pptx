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90"/>
  </p:normalViewPr>
  <p:slideViewPr>
    <p:cSldViewPr snapToGrid="0" snapToObjects="1">
      <p:cViewPr varScale="1">
        <p:scale>
          <a:sx n="99" d="100"/>
          <a:sy n="99" d="100"/>
        </p:scale>
        <p:origin x="9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88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is our shared map. North star: one unforgettable scene on July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people, four kinds of work. The two non-developers are owners. Vandy starts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mental model for the whole team. Four streams feed the game: scripts (the Vandy’s words as config), characters (AI sprites), scenes (AI backgrounds + props in layers), and the companion (the safety proxy). Dev 1's engine stacks it all together. Everyone's work plugs into one of these four streams — find yours, and you know how you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by architectural seam. Only coordination they need is two interfaces, agreed week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version. Dev 1 builds the spine that plays a scene. Dev 2 the brain and safety — riskiest lane. Dev 3 everything seen, starting with the aspect-ratio stage. Each gets a scoped Claude Code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content types, all data. Scene scripts hold choices and lines. Emotional arcs hold the feeling — written first. Demo bundle is the frozen offline stage safety net. Schema is the contract CI enforces. Start with ONE scene authored completely, then copy its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 is consistency. Leonardo is a one-month faucet, not a standing subscription. Original characters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worry about scenes melts when you see them as layers, not one painting. Background is one wide image. Props — anything the script touches — are separate PNGs so they can react. Characters sit on top. Effects are the engine's job. Same Leonardo tool throughout. And for the demo you build exactly ONE scene's world: one background, two props, the characters you're already making. Layers are also what make it feel alive — the worry-cloud shrinks, the grass blooms.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Git: one repo, folders are lanes, own branch, small PRs, one approval. The API key never goes into Git or Slack.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matters: rails, three planning artifacts, then ONE scene end to end before breadth. Once that slice runs offline, the demo can't fully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3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50808E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84B59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014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TruNorth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6868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children's social-emotional-learning adventure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kickoff — who works on what, how we build, and how we work together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July 25 · Crum Auditorium · 3-minute judge showcase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 — 9 people, one studio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a real lane..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7432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4944" y="1810512"/>
            <a:ext cx="566928" cy="566928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45" y="195791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7922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89888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/ Integrator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" y="241401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Cut-line, demo, sequencing, unblocking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1645920"/>
            <a:ext cx="27432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57016" y="1810512"/>
            <a:ext cx="566928" cy="566928"/>
          </a:xfrm>
          <a:prstGeom prst="ellipse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417" y="195791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51960" y="17922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&amp; Danial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251960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&amp; Runtime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75304" y="241401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 scene &amp; plays it — the spine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72784" y="1645920"/>
            <a:ext cx="27432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19088" y="1810512"/>
            <a:ext cx="566928" cy="566928"/>
          </a:xfrm>
          <a:prstGeom prst="ellipse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489" y="195791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14032" y="17922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Ermoni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114032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&amp; Safety Proxy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37376" y="241401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brain + safety. Holds the API key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134856" y="1645920"/>
            <a:ext cx="27432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281160" y="1810512"/>
            <a:ext cx="566928" cy="566928"/>
          </a:xfrm>
          <a:prstGeom prst="ellipse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8561" y="1957913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976104" y="17922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Gaby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976104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Reward &amp; Parent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299448" y="241401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the child &amp; parent see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2962656"/>
            <a:ext cx="27432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694944" y="3127248"/>
            <a:ext cx="566928" cy="566928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45" y="3274649"/>
            <a:ext cx="272125" cy="2721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89888" y="3108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Danial &amp; Jessica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389888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 &amp; QA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13232" y="373075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scene configs; the CI gate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3410712" y="2962656"/>
            <a:ext cx="27432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3557016" y="3127248"/>
            <a:ext cx="566928" cy="566928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4417" y="3274649"/>
            <a:ext cx="272125" cy="27212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251960" y="3108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425196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&amp; Red-team QA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3575304" y="373075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integration; tries to break it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272784" y="2962656"/>
            <a:ext cx="27432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6419088" y="3127248"/>
            <a:ext cx="566928" cy="566928"/>
          </a:xfrm>
          <a:prstGeom prst="ellipse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6489" y="3274649"/>
            <a:ext cx="272125" cy="272125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114032" y="3108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Vandy</a:t>
            </a:r>
            <a:endParaRPr lang="en-US" sz="1500" dirty="0"/>
          </a:p>
        </p:txBody>
      </p:sp>
      <p:sp>
        <p:nvSpPr>
          <p:cNvPr id="44" name="Text 35"/>
          <p:cNvSpPr/>
          <p:nvPr/>
        </p:nvSpPr>
        <p:spPr>
          <a:xfrm>
            <a:off x="7114032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Content Owner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6437376" y="373075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every emotion &amp; line. Critical path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9134856" y="2962656"/>
            <a:ext cx="27432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38"/>
          <p:cNvSpPr/>
          <p:nvPr/>
        </p:nvSpPr>
        <p:spPr>
          <a:xfrm>
            <a:off x="9281160" y="3127248"/>
            <a:ext cx="566928" cy="566928"/>
          </a:xfrm>
          <a:prstGeom prst="ellipse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8561" y="3274649"/>
            <a:ext cx="272125" cy="272125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9976104" y="3108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Tudi</a:t>
            </a:r>
            <a:endParaRPr lang="en-US" sz="1500" dirty="0"/>
          </a:p>
        </p:txBody>
      </p:sp>
      <p:sp>
        <p:nvSpPr>
          <p:cNvPr id="50" name="Text 40"/>
          <p:cNvSpPr/>
          <p:nvPr/>
        </p:nvSpPr>
        <p:spPr>
          <a:xfrm>
            <a:off x="9976104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&amp; Character Lead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9299448" y="373075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Characters, look, judge story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3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 fits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streams of work feed one game. See the whole plan before the details.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13332" y="1984248"/>
            <a:ext cx="768096" cy="768096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037" y="2183953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072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→ scene config JSON. The story &amp; emotions.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64992" y="178308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29684" y="1984248"/>
            <a:ext cx="768096" cy="768096"/>
          </a:xfrm>
          <a:prstGeom prst="ellipse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9389" y="2183953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8072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47872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Leonardo.AI → PNG sprites. Pip, Robin, the child avatar.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81344" y="178308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46036" y="1984248"/>
            <a:ext cx="768096" cy="768096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741" y="2183953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8072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64224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Leonardo.AI → background + prop PNGs. The world, in layers.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97696" y="178308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962388" y="1984248"/>
            <a:ext cx="768096" cy="768096"/>
          </a:xfrm>
          <a:prstGeom prst="ellipse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2093" y="2183953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0576" y="28072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80576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 + safety stack → the AI that talks to the child.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4B59F"/>
                </a:solidFill>
              </a:rPr>
              <a:t>▼        ▼        ▼        ▼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2377440" y="4114800"/>
            <a:ext cx="7406640" cy="914400"/>
          </a:xfrm>
          <a:prstGeom prst="roundRect">
            <a:avLst>
              <a:gd name="adj" fmla="val 12000"/>
            </a:avLst>
          </a:prstGeom>
          <a:solidFill>
            <a:srgbClr val="12222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2606040" y="4251960"/>
            <a:ext cx="640080" cy="640080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2461" y="441838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383280" y="411480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 </a:t>
            </a:r>
            <a:r>
              <a:rPr lang="en-US" sz="1250" dirty="0">
                <a:solidFill>
                  <a:srgbClr val="D7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stacks the layers, plays the script, asks the companion, shows the reward.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48640" y="51389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4B59F"/>
                </a:solidFill>
              </a:rPr>
              <a:t>▼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3931920" y="5440680"/>
            <a:ext cx="4297680" cy="777240"/>
          </a:xfrm>
          <a:prstGeom prst="roundRect">
            <a:avLst>
              <a:gd name="adj" fmla="val 14118"/>
            </a:avLst>
          </a:prstGeom>
          <a:solidFill>
            <a:srgbClr val="E8B04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3931920" y="54406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plays one gentle, safe scene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developers — split by seam, not feature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owns one folder. They work at the same time without colliding.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57600" cy="1051560"/>
          </a:xfrm>
          <a:prstGeom prst="roundRect">
            <a:avLst>
              <a:gd name="adj" fmla="val 10435"/>
            </a:avLst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657600" cy="502920"/>
          </a:xfrm>
          <a:prstGeom prst="rect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883664"/>
            <a:ext cx="566928" cy="566928"/>
          </a:xfrm>
          <a:prstGeom prst="ellipse">
            <a:avLst/>
          </a:prstGeom>
          <a:solidFill>
            <a:srgbClr val="2032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09" y="2031065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&amp; Danial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417320" y="2212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&amp; Runtime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285292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A2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/src/engine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273552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loader + state machine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Movement, decision points, tap-handler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resume (localStorage)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emotions &amp; lines FROM config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25112" y="164592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25112" y="1645920"/>
            <a:ext cx="3657600" cy="1051560"/>
          </a:xfrm>
          <a:prstGeom prst="roundRect">
            <a:avLst>
              <a:gd name="adj" fmla="val 10435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25112" y="2194560"/>
            <a:ext cx="3657600" cy="502920"/>
          </a:xfrm>
          <a:prstGeom prst="rect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26280" y="1883664"/>
            <a:ext cx="566928" cy="566928"/>
          </a:xfrm>
          <a:prstGeom prst="ellipse">
            <a:avLst/>
          </a:prstGeom>
          <a:solidFill>
            <a:srgbClr val="2032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81" y="2031065"/>
            <a:ext cx="272125" cy="27212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93792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Ermoni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5193792" y="2212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&amp; Safety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53712" y="285292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80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/src/proxy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99432" y="3273552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proxy — holds the API key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safety stack + scoring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(offline canned lines)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riskiest lane → strongest dev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101584" y="164592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101584" y="1645920"/>
            <a:ext cx="3657600" cy="1051560"/>
          </a:xfrm>
          <a:prstGeom prst="roundRect">
            <a:avLst>
              <a:gd name="adj" fmla="val 10435"/>
            </a:avLst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101584" y="2194560"/>
            <a:ext cx="3657600" cy="502920"/>
          </a:xfrm>
          <a:prstGeom prst="rect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302752" y="1883664"/>
            <a:ext cx="566928" cy="566928"/>
          </a:xfrm>
          <a:prstGeom prst="ellipse">
            <a:avLst/>
          </a:prstGeom>
          <a:solidFill>
            <a:srgbClr val="2032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0153" y="2031065"/>
            <a:ext cx="272125" cy="27212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970264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Gaby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8" name="Text 23"/>
          <p:cNvSpPr/>
          <p:nvPr/>
        </p:nvSpPr>
        <p:spPr>
          <a:xfrm>
            <a:off x="8970264" y="2212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Reward &amp; Parent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330184" y="285292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A2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/src/ui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375904" y="3273552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aspect-ratio stage (build FIRST)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golden-path screens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 &amp; reward animations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parent gate, co-play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seam: </a:t>
            </a:r>
            <a:r>
              <a:rPr lang="en-US" sz="13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1 ↔ Dev 3 agree on the scene-config shape; Dev 2 owns the proxy request/response. Lock those two interfaces in week 1.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developer builds — in detail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deliverables per lane. This is what they hand Claude Code, folder by folder.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286000" cy="1417320"/>
          </a:xfrm>
          <a:prstGeom prst="roundRect">
            <a:avLst>
              <a:gd name="adj" fmla="val 7742"/>
            </a:avLst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0" y="1645920"/>
            <a:ext cx="1005840" cy="1417320"/>
          </a:xfrm>
          <a:prstGeom prst="rect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988820"/>
            <a:ext cx="731520" cy="731520"/>
          </a:xfrm>
          <a:prstGeom prst="ellipse">
            <a:avLst/>
          </a:prstGeom>
          <a:solidFill>
            <a:srgbClr val="2032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217901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188366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&amp; Danial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572768" y="22128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572768" y="25146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/src/engine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017520" y="1773936"/>
            <a:ext cx="84124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loader: read a /content JSON, validate, hand it to the runtime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 explore → decision → companion → consequence → reward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Tap-handler truth table + interaction lock (pivotLockMs)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Diegetic progress path (stepping-stones) · save &amp; resume in localStorage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2004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2286000" cy="1417320"/>
          </a:xfrm>
          <a:prstGeom prst="roundRect">
            <a:avLst>
              <a:gd name="adj" fmla="val 7742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828800" y="3200400"/>
            <a:ext cx="1005840" cy="1417320"/>
          </a:xfrm>
          <a:prstGeom prst="rect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49808" y="3543300"/>
            <a:ext cx="731520" cy="731520"/>
          </a:xfrm>
          <a:prstGeom prst="ellipse">
            <a:avLst/>
          </a:prstGeom>
          <a:solidFill>
            <a:srgbClr val="2032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" y="3733495"/>
            <a:ext cx="351130" cy="35113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72768" y="34381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Ermoni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1572768" y="3767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&amp; Safety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572768" y="4069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/src/proxy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017520" y="3328416"/>
            <a:ext cx="84124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serverless endpoint — the ONLY code holding the API key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stack: input filter → contract → structured output → output filter → fallback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(band + skill + confidence) · ≤120-char line measure-and-split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DEMO_MODE: serve canned lines from the bundle with ZERO network calls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48640" y="4754880"/>
            <a:ext cx="2286000" cy="1417320"/>
          </a:xfrm>
          <a:prstGeom prst="roundRect">
            <a:avLst>
              <a:gd name="adj" fmla="val 7742"/>
            </a:avLst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1828800" y="4754880"/>
            <a:ext cx="1005840" cy="1417320"/>
          </a:xfrm>
          <a:prstGeom prst="rect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749808" y="5097780"/>
            <a:ext cx="731520" cy="731520"/>
          </a:xfrm>
          <a:prstGeom prst="ellipse">
            <a:avLst/>
          </a:prstGeom>
          <a:solidFill>
            <a:srgbClr val="2032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" y="5287975"/>
            <a:ext cx="351130" cy="35113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72768" y="49926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Gaby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8" name="Text 23"/>
          <p:cNvSpPr/>
          <p:nvPr/>
        </p:nvSpPr>
        <p:spPr>
          <a:xfrm>
            <a:off x="1572768" y="53218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Parent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572768" y="5623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/src/ui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3017520" y="4882896"/>
            <a:ext cx="84124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aspect-ratio-locked stage FIRST — everything renders inside it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golden-path screens (explore, choice, bubble, consequence, meter, error, transparency)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juice under the stimulation budget (meters, Kindness Sparks)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(+ strength seed), parent gate, watch / co-play mode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 runs their own Claude Code session scoped to their folder — starter prompts are in the Technical Addendum.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scripts &amp; configs we need to write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kinds of content files. All live under /content. All edited &amp; approved as data — never code.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08760" y="1965960"/>
            <a:ext cx="822960" cy="822960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73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scripts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94944" y="331927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080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/content/scenes/*.json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49808" y="3703320"/>
            <a:ext cx="234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scene: the companion's prompt, the choices, each option's line + score + world reaction. 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0712" y="169164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70832" y="1965960"/>
            <a:ext cx="822960" cy="822960"/>
          </a:xfrm>
          <a:prstGeom prst="ellipse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802" y="217993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arcs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557016" y="331927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080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inside each scene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611880" y="3703320"/>
            <a:ext cx="234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childStateEntering/Exiting, companionStance per band, recoveryCadence. The FEELING layer —writes this BEFORE the lines.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72784" y="169164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232904" y="1965960"/>
            <a:ext cx="822960" cy="822960"/>
          </a:xfrm>
          <a:prstGeom prst="ellipse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6874" y="217993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55664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bundle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419088" y="331927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080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showcase.bundle.json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473952" y="3703320"/>
            <a:ext cx="234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Frozen, hand-authored, offline. Exact lines for every branch a judge might pick. This is what runs on stage — zero risk.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34856" y="169164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094976" y="1965960"/>
            <a:ext cx="822960" cy="822960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8946" y="2179930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17736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9281160" y="331927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080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scene.schema.json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9336024" y="3703320"/>
            <a:ext cx="234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every scene must satisfy. CI checks each file against it, so a broken scene is caught before it ships.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8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for every line:  </a:t>
            </a:r>
            <a:r>
              <a:rPr lang="en-US" sz="1300" i="1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strength-mirroring is past-tense &amp; situational — "I saw you do that," never "you always…"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characters (Pixar-style, mostly AI)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isn't one cute character — it's the SAME character across every expression.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36192" y="1965960"/>
            <a:ext cx="768096" cy="768096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897" y="2165665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Lock the art bible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3319272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style sentence used on EVERY image. Soft 3D, warm palette, big eyes.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69164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98264" y="1965960"/>
            <a:ext cx="768096" cy="768096"/>
          </a:xfrm>
          <a:prstGeom prst="ellipse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969" y="2165665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Generate a hero frame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11880" y="3319272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 front view per character in Leonardo.AI. Iterate til right.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69164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260336" y="1965960"/>
            <a:ext cx="768096" cy="768096"/>
          </a:xfrm>
          <a:prstGeom prst="ellipse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0041" y="2165665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Lock it as a reference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73952" y="3319272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generate the 3 expressions: idle · warm · concerned — face stays identical.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69164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0122408" y="1965960"/>
            <a:ext cx="768096" cy="768096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2113" y="2165665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Pose + export PNGs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36024" y="3319272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Kneeling, leaning. Transparent backgrounds.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EFEAE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77240" y="4800600"/>
            <a:ext cx="868680" cy="868680"/>
          </a:xfrm>
          <a:prstGeom prst="ellipse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097" y="5026457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47548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Leonardo.AI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to validate → one paid month (~$12–30) to make all ~24 images → cancel. The PNGs live in the repo forever. Not an always-on subscription.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construct the scenes — layers, not paintings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scene isn't one image. It's stacked layers, back to front. That's what makes it feel alive.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8521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645920" cy="841248"/>
          </a:xfrm>
          <a:prstGeom prst="roundRect">
            <a:avLst>
              <a:gd name="adj" fmla="val 13043"/>
            </a:avLst>
          </a:prstGeom>
          <a:solidFill>
            <a:srgbClr val="E8B0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1737360"/>
            <a:ext cx="822960" cy="841248"/>
          </a:xfrm>
          <a:prstGeom prst="rect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EFFECTS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377440" y="18653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worry-cloud, sparkles, light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74920" y="1865376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3 in-engine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58521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1645920" cy="841248"/>
          </a:xfrm>
          <a:prstGeom prst="roundRect">
            <a:avLst>
              <a:gd name="adj" fmla="val 13043"/>
            </a:avLst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2670048"/>
            <a:ext cx="822960" cy="841248"/>
          </a:xfrm>
          <a:prstGeom prst="rect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67004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CHARACTERS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377440" y="27980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· Robin · child avatar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74920" y="2798064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PNGs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58521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602736"/>
            <a:ext cx="1645920" cy="841248"/>
          </a:xfrm>
          <a:prstGeom prst="roundRect">
            <a:avLst>
              <a:gd name="adj" fmla="val 13043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71600" y="3602736"/>
            <a:ext cx="822960" cy="841248"/>
          </a:xfrm>
          <a:prstGeom prst="rect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602736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PROPS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77440" y="3730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· door · bench (each its own PNG)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74920" y="37307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PNGs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535424"/>
            <a:ext cx="58521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535424"/>
            <a:ext cx="1645920" cy="841248"/>
          </a:xfrm>
          <a:prstGeom prst="roundRect">
            <a:avLst>
              <a:gd name="adj" fmla="val 13043"/>
            </a:avLst>
          </a:prstGeom>
          <a:solidFill>
            <a:srgbClr val="203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71600" y="4535424"/>
            <a:ext cx="822960" cy="841248"/>
          </a:xfrm>
          <a:prstGeom prst="rect">
            <a:avLst/>
          </a:prstGeom>
          <a:solidFill>
            <a:srgbClr val="203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535424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BACKGROUND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377440" y="4663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· sky · trees (the 'set')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74920" y="46634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Leonardo, 1 wide image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52578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walks ACROSS this stack 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1737360"/>
            <a:ext cx="4937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03720" y="1920240"/>
            <a:ext cx="640080" cy="640080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141" y="2086661"/>
            <a:ext cx="307238" cy="30723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680960" y="182880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separate props?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script touches it (the ladder Robin fears), it's its own PNG — so the story can point to it and it can react. Baked into the background, it's just scenery.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675120" y="361188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EFEAE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903720" y="3767328"/>
            <a:ext cx="603504" cy="603504"/>
          </a:xfrm>
          <a:prstGeom prst="ellipse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631" y="3924239"/>
            <a:ext cx="289682" cy="28968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635240" y="3611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 as characters: Leonardo.AI. </a:t>
            </a:r>
            <a:r>
              <a:rPr lang="en-US" sz="115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Backgrounds are easier — no consistency needed.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6675120" y="4663440"/>
            <a:ext cx="4937760" cy="868680"/>
          </a:xfrm>
          <a:prstGeom prst="roundRect">
            <a:avLst>
              <a:gd name="adj" fmla="val 12632"/>
            </a:avLst>
          </a:prstGeom>
          <a:solidFill>
            <a:srgbClr val="E8B04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6858000" y="46634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July 25: build ONE scene's world. </a:t>
            </a:r>
            <a:r>
              <a:rPr lang="en-US" sz="1150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background + 2 props + your characters. A day or two — not a mountain.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03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 — one repo, small PRs, one approval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GitHub repo. Folders are the lanes. Vandy approves content; a lead approves code.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13332" y="2084832"/>
            <a:ext cx="768096" cy="768096"/>
          </a:xfrm>
          <a:prstGeom prst="ellipse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037" y="2284537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3101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your own branch: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deDoctv1/...  ·  studentA/...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264408" y="26517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4B59F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429000" y="182880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93692" y="2084832"/>
            <a:ext cx="768096" cy="768096"/>
          </a:xfrm>
          <a:prstGeom prst="ellipse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397" y="2284537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11880" y="33101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changes, often.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push to main directly.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144768" y="26517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4B59F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309360" y="182880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274052" y="2084832"/>
            <a:ext cx="768096" cy="768096"/>
          </a:xfrm>
          <a:prstGeom prst="ellipse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3757" y="2284537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92240" y="33101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PR. One reviewer: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Vandy=content, lead=code.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9025128" y="26517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4B59F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189720" y="182880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154412" y="2084832"/>
            <a:ext cx="768096" cy="768096"/>
          </a:xfrm>
          <a:prstGeom prst="ellipse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4117" y="2284537"/>
            <a:ext cx="368686" cy="3686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7260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372600" y="33101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→ merges to main.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always demo-able.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12222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822960" y="4754880"/>
            <a:ext cx="914400" cy="914400"/>
          </a:xfrm>
          <a:prstGeom prst="ellipse">
            <a:avLst/>
          </a:prstGeom>
          <a:solidFill>
            <a:srgbClr val="2A3A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" y="4992624"/>
            <a:ext cx="438912" cy="43891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920240" y="4572000"/>
            <a:ext cx="9509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hard security rule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D7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Anthropic API key lives in a git-ignored .env (local) and a GitHub secret (CI). Only the proxy reads it. Never commit it, never paste it in Slack. A key in Git is a key leaked to the world.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start — first two weeks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open Claude Code first. Plan, then build one scene end-to-end.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691640" cy="1143000"/>
          </a:xfrm>
          <a:prstGeom prst="roundRect">
            <a:avLst>
              <a:gd name="adj" fmla="val 9600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20240" y="1691640"/>
            <a:ext cx="320040" cy="1143000"/>
          </a:xfrm>
          <a:prstGeom prst="rect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69164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423160" y="18013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rails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68880" y="21488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creates the repo, adds 8 people, protects main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1 commits the folder scaffold + .gitignore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stored as a GitHub secret (shared via password mgr)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691640" cy="1508760"/>
          </a:xfrm>
          <a:prstGeom prst="roundRect">
            <a:avLst>
              <a:gd name="adj" fmla="val 7273"/>
            </a:avLst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20240" y="2971800"/>
            <a:ext cx="320040" cy="1508760"/>
          </a:xfrm>
          <a:prstGeom prst="rect">
            <a:avLst/>
          </a:prstGeom>
          <a:solidFill>
            <a:srgbClr val="69A2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971800"/>
            <a:ext cx="1645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423160" y="30815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planning artifacts (unblock everyone)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68880" y="342900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the 6 golden-path screens </a:t>
            </a:r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bible + 4 hero frames </a:t>
            </a:r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schema + showcase scene authored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off the showcase script (start sensitive themes now)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691640" cy="1325880"/>
          </a:xfrm>
          <a:prstGeom prst="roundRect">
            <a:avLst>
              <a:gd name="adj" fmla="val 8276"/>
            </a:avLst>
          </a:prstGeom>
          <a:solidFill>
            <a:srgbClr val="E8B0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920240" y="4617720"/>
            <a:ext cx="320040" cy="1325880"/>
          </a:xfrm>
          <a:prstGeom prst="rect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4617720"/>
            <a:ext cx="1645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423160" y="4727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 = ONE scene, end to end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468880" y="50749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plays it · proxy + safety + demo mode offline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screens wired · scene validated in CI · first red-team pass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 the showcase scene runs offline on the demo machine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88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 </a:t>
            </a:r>
            <a:r>
              <a:rPr lang="en-US" sz="1350" i="1" dirty="0">
                <a:solidFill>
                  <a:srgbClr val="2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unforgettable scene that never breaks on stage beats two half-working chapters.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1831</Words>
  <Application>Microsoft Macintosh PowerPoint</Application>
  <PresentationFormat>Widescreen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TruNorth — Team Kickoff</dc:title>
  <dc:subject>PptxGenJS Presentation</dc:subject>
  <dc:creator>Madhu</dc:creator>
  <cp:lastModifiedBy>MADHU C.V</cp:lastModifiedBy>
  <cp:revision>6</cp:revision>
  <dcterms:created xsi:type="dcterms:W3CDTF">2026-06-20T17:54:42Z</dcterms:created>
  <dcterms:modified xsi:type="dcterms:W3CDTF">2026-06-20T20:07:59Z</dcterms:modified>
</cp:coreProperties>
</file>